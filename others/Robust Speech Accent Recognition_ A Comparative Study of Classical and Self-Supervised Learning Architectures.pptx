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05d28c17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05d28c17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057f78f06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057f78f0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057f78f06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057f78f06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057f78f06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057f78f06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057f78f06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057f78f06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057f78f06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057f78f06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057f78f06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057f78f0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057f78f06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057f78f06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057f78f06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057f78f06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057f78f06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057f78f06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057f78f06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057f78f06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68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10250" y="4846775"/>
            <a:ext cx="91440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Group 06: Ahmad Fahmid , Fahim Foysal, Shefa Tabassum, Jannatul Ferdous Mim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-7795" y="4757178"/>
            <a:ext cx="550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Group 06: Ahmad Fahmid , Fahim Foysal, Shefa Tabassum, Jannatul Ferdous Mim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yfy my third slide"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-7795" y="4757178"/>
            <a:ext cx="550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Group 06: Ahmad Fahmid , Fahim Foysal, Shefa Tabassum, Jannatul Ferdous Mim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-7795" y="4757178"/>
            <a:ext cx="550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Group 06: Ahmad Fahmid , Fahim Foysal, Shefa Tabassum, Jannatul Ferdous Mim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3" name="Google Shape;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/>
        </p:nvSpPr>
        <p:spPr>
          <a:xfrm>
            <a:off x="-7795" y="4757178"/>
            <a:ext cx="550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Group 06: Ahmad Fahmid , Fahim Foysal, Shefa Tabassum, Jannatul Ferdous Mim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9" name="Google Shape;8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/>
        </p:nvSpPr>
        <p:spPr>
          <a:xfrm>
            <a:off x="-7795" y="4757178"/>
            <a:ext cx="550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Group 06: Ahmad Fahmid , Fahim Foysal, Shefa Tabassum, Jannatul Ferdous Mim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5" name="Google Shape;9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/>
          <p:nvPr/>
        </p:nvSpPr>
        <p:spPr>
          <a:xfrm>
            <a:off x="-7795" y="4757178"/>
            <a:ext cx="550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Group 06: Ahmad Fahmid , Fahim Foysal, Shefa Tabassum, Jannatul Ferdous Mim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my eighth slide" id="101" name="Google Shape;1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1"/>
          <p:cNvSpPr txBox="1"/>
          <p:nvPr/>
        </p:nvSpPr>
        <p:spPr>
          <a:xfrm>
            <a:off x="-7795" y="4833378"/>
            <a:ext cx="550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Group 06: Ahmad Fahmid , Fahim Foysal, Shefa Tabassum, Jannatul Ferdous Mim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7" name="Google Shape;10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2"/>
          <p:cNvSpPr txBox="1"/>
          <p:nvPr/>
        </p:nvSpPr>
        <p:spPr>
          <a:xfrm>
            <a:off x="-7795" y="4757178"/>
            <a:ext cx="550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Group 06: Ahmad Fahmid , Fahim Foysal, Shefa Tabassum, Jannatul Ferdous Mim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3" name="Google Shape;11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3"/>
          <p:cNvSpPr txBox="1"/>
          <p:nvPr/>
        </p:nvSpPr>
        <p:spPr>
          <a:xfrm>
            <a:off x="-7795" y="4757178"/>
            <a:ext cx="550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Group 06: Ahmad Fahmid , Fahim Foysal, Shefa Tabassum, Jannatul Ferdous Mim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